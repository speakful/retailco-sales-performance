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283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 line verbatim. Then name the three data limitations quickly - these aren't caveats to apologize for, they're the reason the 'obvious' story for each finding turns out to be wrong. Move fast here; the payoff is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Each card: what looks obvious, what the numbers actually show, and the one action it supports. Card 1 - acquisition beats fixing stores. Card 2 - only Houston's electronics lean is a real signal. Card 3 - the seasonality is real but Electronics-only, and the campaign data can't be trusted for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each recommendation as an action, not a summary of the finding - the audience already saw the finding on slide 2. Note that 03 and 04 split what used to be one bundled point: 03 is a business question for merchandising/marketing to chase, 04 is a data-pipeline fix for the data team. This is the slide they should remember walking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3" name="Image 0" descr="C:\Users\Usuario\AppData\Local\Temp\claude\C--Users-Usuario-AppData-Roaming-Claude-scratch-workspaces-9581ab40-8a29-4aa5-9093-6fac295975a6-a0345ce9-145e-41cf-9364-c3e76c1575cf-scratch-2026-09-18-858aa4\a6cc1db7-5e76-4831-bb3d-d68e2e1e984d\scratchpad\pptx\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608076"/>
            <a:ext cx="996696" cy="5212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RETAILCO  ·  SALES PERFORMANCE CASE STUDY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doesn’t support the obvious narrative for any of these three areas.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9FB6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Here’s what it actually supports instead.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63B54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store-level data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641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used as a proxy for store / region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4343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63B54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4617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177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customer tier field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5641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target_audience can’t be verified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43434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163B54"/>
          </a:solidFill>
          <a:ln/>
        </p:spPr>
      </p:sp>
      <p:sp>
        <p:nvSpPr>
          <p:cNvPr id="17" name="Shape 14"/>
          <p:cNvSpPr/>
          <p:nvPr/>
        </p:nvSpPr>
        <p:spPr>
          <a:xfrm>
            <a:off x="8412480" y="4617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124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52395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is a single snapshot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56418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to compare against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 VS.  REAL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1296" cy="4892040"/>
          </a:xfrm>
          <a:prstGeom prst="roundRect">
            <a:avLst>
              <a:gd name="adj" fmla="val 2604"/>
            </a:avLst>
          </a:prstGeom>
          <a:solidFill>
            <a:srgbClr val="F3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01368"/>
            <a:ext cx="502920" cy="502920"/>
          </a:xfrm>
          <a:prstGeom prst="ellipse">
            <a:avLst/>
          </a:prstGeom>
          <a:solidFill>
            <a:srgbClr val="0B2E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01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underperforming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124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Customers, not spend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279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$28K–$30K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736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 (7% spread)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" y="5504688"/>
            <a:ext cx="2926080" cy="0"/>
          </a:xfrm>
          <a:prstGeom prst="line">
            <a:avLst/>
          </a:prstGeom>
          <a:noFill/>
          <a:ln w="12700">
            <a:solidFill>
              <a:srgbClr val="D7D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5623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Customer acquisition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34256" y="1508760"/>
            <a:ext cx="3511296" cy="4892040"/>
          </a:xfrm>
          <a:prstGeom prst="roundRect">
            <a:avLst>
              <a:gd name="adj" fmla="val 2604"/>
            </a:avLst>
          </a:prstGeom>
          <a:solidFill>
            <a:srgbClr val="F3F5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1801368"/>
            <a:ext cx="502920" cy="502920"/>
          </a:xfrm>
          <a:prstGeom prst="ellipse">
            <a:avLst/>
          </a:prstGeom>
          <a:solidFill>
            <a:srgbClr val="0B2E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26864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94376" y="1801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PURCHASING PATTERNS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26864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varies by product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626864" y="37124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Price, not demand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4279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4736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vs. Electronics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626864" y="4878325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leans electronics, 54 / 46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45152" y="5504688"/>
            <a:ext cx="2926080" cy="0"/>
          </a:xfrm>
          <a:prstGeom prst="line">
            <a:avLst/>
          </a:prstGeom>
          <a:noFill/>
          <a:ln w="12700">
            <a:solidFill>
              <a:srgbClr val="D7DE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26864" y="5623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Houston electronics push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119872" y="1508760"/>
            <a:ext cx="3511296" cy="4892040"/>
          </a:xfrm>
          <a:prstGeom prst="roundRect">
            <a:avLst>
              <a:gd name="adj" fmla="val 2604"/>
            </a:avLst>
          </a:prstGeom>
          <a:solidFill>
            <a:srgbClr val="F3F5F6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1801368"/>
            <a:ext cx="502920" cy="502920"/>
          </a:xfrm>
          <a:prstGeom prst="ellipse">
            <a:avLst/>
          </a:prstGeom>
          <a:solidFill>
            <a:srgbClr val="0B2E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079992" y="180136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TRENDS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2852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should peak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3419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37124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Electronics-only swing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4279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&amp; Jan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0" y="4736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only; Accessories flat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4878325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campaign_id dates are unreliable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412480" y="5504688"/>
            <a:ext cx="2926080" cy="0"/>
          </a:xfrm>
          <a:prstGeom prst="line">
            <a:avLst/>
          </a:prstGeom>
          <a:noFill/>
          <a:ln w="12700">
            <a:solidFill>
              <a:srgbClr val="D7DEE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12480" y="5623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Fix campaign attribution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3B5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145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14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556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budget to customer acquisition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214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Miami and Chicago — revenue per customer is already even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3B54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575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857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8986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targeted electronics push in Houston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2644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54 / 46 category lean is a real signal, not noise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3B5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0005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00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0416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December Electronics drop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4074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merchandising/marketing question — why does one category specifically slow down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3B54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1435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1435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51846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campaign_id attribution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55504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pipeline fix — campaign dates in this dataset don't match real campaign timing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588752" y="626364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24" name="Image 0" descr="C:\Users\Usuario\AppData\Local\Temp\claude\C--Users-Usuario-AppData-Roaming-Claude-scratch-workspaces-9581ab40-8a29-4aa5-9093-6fac295975a6-a0345ce9-145e-41cf-9364-c3e76c1575cf-scratch-2026-09-18-858aa4\a6cc1db7-5e76-4831-bb3d-d68e2e1e984d\scratchpad\pptx\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309360"/>
            <a:ext cx="685800" cy="361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Microsoft Office PowerPoint</Application>
  <PresentationFormat>Panorámica</PresentationFormat>
  <Paragraphs>62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speakful -</cp:lastModifiedBy>
  <cp:revision>2</cp:revision>
  <dcterms:created xsi:type="dcterms:W3CDTF">2026-09-21T11:42:29Z</dcterms:created>
  <dcterms:modified xsi:type="dcterms:W3CDTF">2026-09-21T11:43:55Z</dcterms:modified>
</cp:coreProperties>
</file>